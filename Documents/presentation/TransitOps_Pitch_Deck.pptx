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&amp; Logistics Operations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dispatch, maintenance, and cost control — with business rules enforced at the code level, not just the UI.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502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Hackathon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Small-to-mid fleet operators run logistics on spreadsheets and phone calls.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3957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 assets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and drivers assigned to overlapping trips with no automatic check.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19659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240280"/>
            <a:ext cx="502920" cy="502920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904488" y="2395728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vehicles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4747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weight vs. vehicle capacity is tracked manually, or not at 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9659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40280"/>
            <a:ext cx="502920" cy="5029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84848" y="2395728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maintenance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4747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before a vehicle is overdue for service.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196596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240280"/>
            <a:ext cx="502920" cy="502920"/>
          </a:xfrm>
          <a:prstGeom prst="ellipse">
            <a:avLst/>
          </a:prstGeom>
          <a:solidFill>
            <a:srgbClr val="64748B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65208" y="2395728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cost picture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09760" y="34747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tolls, fines, and maintenance costs live in separate sheets.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five roles, rules enforced at the service layer — not just suggested by the UI.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7" name="Image 0" descr="/home/claude/deck/navy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Trip Lifecycle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to dispatch to in-transit to complete or cancel, with every transition validated before it's allowed.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42316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2" name="Image 1" descr="/home/claude/deck/navy_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5786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Rules, Not Suggestions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9319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cargo, expired licenses, and double-booked assets are rejected server-side (BR-1 to BR-9).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10312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42316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7" name="Image 2" descr="/home/claude/deck/navy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5786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291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Cost Visibility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21040" y="39319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expenses, and maintenance roll up into per-vehicle profit and fleet-wide KPIs automatically.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57276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5" name="Image 0" descr="/home/claude/deck/navy_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24028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1248" y="269748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live status: available / on trip / in shop / retired.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13716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0168" y="157276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0" name="Image 1" descr="/home/claude/deck/navy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69164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0168" y="224028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630168" y="269748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license &amp; contact PII, license-expiry gating.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19088" y="157276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5" name="Image 2" descr="/home/claude/deck/navy_g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19088" y="224028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Expense Logs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19088" y="269748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Per-vehicle, per-trip cost capture across 6 expense types.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06840" y="13716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08008" y="157276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0" name="Image 3" descr="/home/claude/deck/navy_too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69164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08008" y="224028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Tracking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208008" y="269748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job auto-locks the vehicle; closing releases it.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" y="40233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41248" y="42245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5" name="Image 4" descr="/home/claude/deck/navy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434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41248" y="48920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41248" y="53492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efficiency, operational cost, driver performance, CSV export.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29000" y="40233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630168" y="42245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0" name="Image 5" descr="/home/claude/deck/navy_b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4343400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630168" y="48920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630168" y="53492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when a vehicle nears its service interval.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17920" y="40233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419088" y="42245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5" name="Image 6" descr="/home/claude/deck/navy_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343400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419088" y="48920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419088" y="53492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roles, enforced per-endpoint — not just hidden UI buttons.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9006840" y="40233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208008" y="422452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40" name="Image 7" descr="/home/claude/deck/navy_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4343400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208008" y="48920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9208008" y="5349240"/>
            <a:ext cx="2203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state change logged with actor and payload.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Built Into the 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checks in tripService.js and maintenanceController.js — not just UI hints.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39112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8745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trip on a missing or retired vehicle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7452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2039112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91072" y="2039112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18745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suspended driver or expired license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108960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108960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37360" y="294436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weight can't exceed vehicle capacity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2944368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3108960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3108960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294436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only if the vehicle is truly available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1421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178808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178808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401421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maintenance opened on an active vehicle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4014216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4178808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91072" y="4178808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4014216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double-booking: schedule-conflict check on every create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084064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5248656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248656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737360" y="5084064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Terminal-state lock: completed/cancelled trips are final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26480" y="5084064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5248656"/>
            <a:ext cx="777240" cy="539496"/>
          </a:xfrm>
          <a:prstGeom prst="roundRect">
            <a:avLst>
              <a:gd name="adj" fmla="val 13559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291072" y="5248656"/>
            <a:ext cx="7772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5084064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are editable only while still in draft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Express backend, MongoDB, containerized for Docker or Kubernetes.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0A0E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/ CSS / JS)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99232" y="2862072"/>
            <a:ext cx="310896" cy="219456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7" name="Shape 5"/>
          <p:cNvSpPr/>
          <p:nvPr/>
        </p:nvSpPr>
        <p:spPr>
          <a:xfrm>
            <a:off x="3246120" y="23774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0A0E1A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(reverse proxy)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05272" y="2862072"/>
            <a:ext cx="310896" cy="219456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10" name="Shape 8"/>
          <p:cNvSpPr/>
          <p:nvPr/>
        </p:nvSpPr>
        <p:spPr>
          <a:xfrm>
            <a:off x="5852160" y="23774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0A0E1A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(PM2 cluster)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11312" y="2862072"/>
            <a:ext cx="310896" cy="219456"/>
          </a:xfrm>
          <a:prstGeom prst="rightArrow">
            <a:avLst/>
          </a:prstGeom>
          <a:solidFill>
            <a:srgbClr val="BBBBBB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23774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0A0E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37744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6.0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(Mongoose)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1480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Auth/Role Middleware → Zod Validation → Controllers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64608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64608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 (business rules) → Repositories → Mongoose Models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614416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F7F8FB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14416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JWT auth · RBAC · field-level PII encryption · response caching · audit logging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Roles, One Source of Truth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endpoint checks the caller's role server-side — permissions can't be bypassed from the client.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3020" y="2514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6" name="Image 0" descr="/home/claude/deck/navy_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full oversight, all reports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70632" y="219456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33572" y="2514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1" name="Image 1" descr="/home/claude/deck/navy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62072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07792" y="384048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creation, dispatch, completion, cancel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01184" y="219456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64124" y="2514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16" name="Image 2" descr="/home/claude/deck/navy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284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92624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Officer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38344" y="384048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maintenance records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031736" y="219456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94676" y="2514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1" name="Image 3" descr="/home/claude/deck/navy_mon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836" y="26517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23176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68896" y="384048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expenses, cost &amp; driver reports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162288" y="2194560"/>
            <a:ext cx="1965960" cy="3291840"/>
          </a:xfrm>
          <a:prstGeom prst="roundRect">
            <a:avLst>
              <a:gd name="adj" fmla="val 5581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25228" y="25146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59E0B">
              <a:alpha val="12000"/>
            </a:srgbClr>
          </a:solidFill>
          <a:ln/>
        </p:spPr>
      </p:sp>
      <p:pic>
        <p:nvPicPr>
          <p:cNvPr id="26" name="Image 4" descr="/home/claude/deck/navy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388" y="26517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53728" y="3337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299448" y="384048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across the platform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That Closes the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computed live from trips, fuel logs, expenses, and maintenance costs.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Revenue − (Fuel + Expenses + Maintenance)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9659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Efficiency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/ liter, per vehicle, ranked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(Revenue − Cost) / Cost × 100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81160" y="19659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64040" y="26974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Completed-trip data, one click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available: Dashboard KPIs · Fuel Efficiency · Operational Cost · Driver Performance · CSV Export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10149840" cy="1371600"/>
          </a:xfrm>
          <a:prstGeom prst="roundRect">
            <a:avLst>
              <a:gd name="adj" fmla="val 6667"/>
            </a:avLst>
          </a:prstGeom>
          <a:solidFill>
            <a:srgbClr val="0A0E1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548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list and report GET endpoints are cached for 5 minutes and invalidated on writes — fast dashboards without hammering the database."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 + Express 4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6.0 + Mongoose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request validation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46888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field encryption (driver PII)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rate limiting, sanitization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logging + Swagger docs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cluster mode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1A2236"/>
          </a:solidFill>
          <a:ln w="12700">
            <a:solidFill>
              <a:srgbClr val="2633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Deploy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246888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 / CSS / JS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manifests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 — several hooks already exist in the codebase.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85800" cy="868680"/>
          </a:xfrm>
          <a:prstGeom prst="roundRect">
            <a:avLst>
              <a:gd name="adj" fmla="val 13333"/>
            </a:avLst>
          </a:prstGeom>
          <a:solidFill>
            <a:srgbClr val="0A0E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3957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Tracking page to a real telematics feed.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685800" cy="868680"/>
          </a:xfrm>
          <a:prstGeom prst="roundRect">
            <a:avLst>
              <a:gd name="adj" fmla="val 13333"/>
            </a:avLst>
          </a:prstGeom>
          <a:solidFill>
            <a:srgbClr val="0A0E1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Route Optimization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344728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current mocked /ai endpoints with a genuine optimizer.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685800" cy="868680"/>
          </a:xfrm>
          <a:prstGeom prst="roundRect">
            <a:avLst>
              <a:gd name="adj" fmla="val 13333"/>
            </a:avLst>
          </a:prstGeom>
          <a:solidFill>
            <a:srgbClr val="0A0E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087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498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coverage for all BR-1 to BR-9 business rules.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685800" cy="868680"/>
          </a:xfrm>
          <a:prstGeom prst="roundRect">
            <a:avLst>
              <a:gd name="adj" fmla="val 13333"/>
            </a:avLst>
          </a:prstGeom>
          <a:solidFill>
            <a:srgbClr val="0A0E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6636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5138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55504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response caching to Redis for multi-replica deployments.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 — fleet operations, done right, from the database up.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02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Hackathon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2026-07-27T03:32:08Z</dcterms:created>
  <dcterms:modified xsi:type="dcterms:W3CDTF">2026-07-27T03:32:08Z</dcterms:modified>
</cp:coreProperties>
</file>